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AI-Powered Smart Local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9D2EB"/>
                </a:solidFill>
                <a:latin typeface="Aptos"/>
              </a:defRPr>
            </a:pPr>
            <a:r>
              <a:t>One platform connecting local shops, customers and a 24/7 AI receptionist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83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8BEF5"/>
                </a:solidFill>
              </a:defRPr>
            </a:pPr>
            <a:r>
              <a:t>AI • Shop Management • Khata • Product Discovery • Ordering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Shopkeepers spend valuable time on manual sales, expense and Khata records.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Recording every item, quantity and price becomes difficult during busy hours.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Customers often visit or call multiple shops to find one specific product.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Customers may not know which nearby participating shop has the required item.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Customers without a vehicle may find local shopping inconvenient.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Traditional shops usually cannot provide continuous customer assistance.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2. Our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An AI-powered platform that digitally connects local shops and customers.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AI converts shop conversations and transactions into structured digital records, with user consent.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Automatic Khata, expense, sales and profit/loss reports reduce repetitive bookkeeping.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Customers can ask AI to find a product from nearby participating shops.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Customers can check available seller information and place an order for pickup or delivery.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A 24/7 AI receptionist handles common customer questions and order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3. AI Assistant for Shopkeepers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Understands product names, quantities, prices and transaction details from supported inputs.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Creates digital item lists and structured records.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Reduces manual writing during busy shop hours.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Helps organize sales, expenses and customer transactions.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Provides a searchable digital history of shop activity.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Privacy controls and customer consent are essential for conversation-based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4. Smart Khata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Create a separate digital Khata for each customer.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Automatically record item, quantity, price, date and total amount.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Track previous balance, payments and remaining balance.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Generate individual customer statements as PDF reports.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Reduce calculation and handwriting errors.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Make customer credit records easier to review and share.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5. Automatic Business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Daily sales and expense summaries.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Weekly and monthly expense reports.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Revenue and profit/loss summaries based on recorded data.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Outstanding Khata and customer balance reports.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Product and transaction summaries for business insights.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AI-generated PDF reports for easy record keeping.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6. AI Product Finder for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Customer asks: “Find this product near me.”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AI searches participating local shops with relevant inventory information.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Shows shop name, location, availability and available price information where provided.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Customers can compare relevant options using transparent information.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Customer selects a shop and places an order.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This reduces the need to visit or call multiple stores.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7. Order From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Customer searches for one or multiple products.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AI finds relevant nearby participating shops.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Customer selects a shop based on availability and other displayed information.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Order can be requested for pickup or delivery, depending on shop capability.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Customers without a vehicle can access participating local shops remotely.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Shop receives the order digitally and processes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8. 24/7 AI Receptionist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Answers common product and shop-related questions at any time.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Helps customers discover products and nearby participating stores.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Can guide customers through ordering and order-status workflows.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Reduces repetitive questions for shopkeepers.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Escalates complex requests to a human shopkeeper when necessary.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Designed to keep the local shopping experience available beyond normal interaction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9. How the Platform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SHOPKEEPER → AI → Transactions / Products / Expenses → Digital Records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AI → Khata + Sales + Expenses → Daily / Weekly / Monthly Reports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CUSTOMER → AI Product Search → Nearby Shops → Availability / Price → Order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Shop → Accept Order → Pickup or Delivery → Customer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AI Receptionist remains available continuously for supported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10. Key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For shopkeepers: less repetitive paperwork and better digital organization.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For customers: faster product discovery and easier access to local stores.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For local businesses: a digital channel to reach nearby customers.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For the community: stronger connection between local demand and local supply.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For the platform: a foundation for AI-powered local commerce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11.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Real-time inventory synchronization.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Digital payments and automated invoices.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Order tracking and delivery management.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Multilingual voice-based AI for local languages.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Business analytics and demand forecasting.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Personalized recommendations based on customer requests and consent.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Expansion from individual shops to supermarkets, pharmacies and other local businesses.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9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12.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Make every local shop digitally accessible.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Make finding local products as simple as asking an AI assistant.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Reduce manual work for shopkeepers.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Help customers save time when searching for products.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Build an intelligent bridge between local businesses and their customers.</a:t>
            </a:r>
          </a:p>
          <a:p>
            <a:pPr>
              <a:spcAft>
                <a:spcPts val="1400"/>
              </a:spcAft>
              <a:defRPr sz="2000">
                <a:solidFill>
                  <a:srgbClr val="232D3C"/>
                </a:solidFill>
                <a:latin typeface="Aptos"/>
              </a:defRPr>
            </a:pPr>
            <a:r>
              <a:t>VISION: One AI-powered platform for discovering, managing and accessing local commerce.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91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